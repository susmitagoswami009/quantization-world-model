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Quantization Break World Modeling?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Sub-Skill Analysis of Compressed Multimodal LLMs on CPU-Only 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Defense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is the standard way to compress large multimodal models onto cheap, low-power hardware.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compressed models are deployed exactly where physical reasoning matters most — robotics, mobile assistants, embedded devices — and exactly where compute is scarcest.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1938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manipulation requires real-time causal reasoning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29260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7804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assistants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3401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battery-constrained inference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43891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4498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devices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4864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minimal compute budgets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Crossed These Two 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4663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 Research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quantization's effect on general reasoning: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code benchmarks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920240"/>
            <a:ext cx="4663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World-Modeling Research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0" y="28346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physical/causal reasoning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full-precision models only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2880360"/>
            <a:ext cx="1463040" cy="8229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2880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compression damage physical reasoning uniformly 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does one sub-skill fail first?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Sub-Skills, Measured Independently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9304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in a scene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5304" y="2057400"/>
            <a:ext cx="640080" cy="640080"/>
          </a:xfrm>
          <a:prstGeom prst="ellipse">
            <a:avLst/>
          </a:prstGeom>
          <a:solidFill>
            <a:srgbClr val="3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35753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28346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361188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object's causal role persist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61304" y="2057400"/>
            <a:ext cx="640080" cy="640080"/>
          </a:xfrm>
          <a:prstGeom prst="ellipse">
            <a:avLst/>
          </a:prstGeom>
          <a:solidFill>
            <a:srgbClr val="5C6FB0"/>
          </a:solidFill>
          <a:ln/>
        </p:spPr>
      </p:sp>
      <p:sp>
        <p:nvSpPr>
          <p:cNvPr id="15" name="Text 13"/>
          <p:cNvSpPr/>
          <p:nvPr/>
        </p:nvSpPr>
        <p:spPr>
          <a:xfrm>
            <a:off x="58613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61188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is/isn't responsible for an event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73736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7304" y="2057400"/>
            <a:ext cx="640080" cy="640080"/>
          </a:xfrm>
          <a:prstGeom prst="ellipse">
            <a:avLst/>
          </a:prstGeom>
          <a:solidFill>
            <a:srgbClr val="8593C9"/>
          </a:solidFill>
          <a:ln/>
        </p:spPr>
      </p:sp>
      <p:sp>
        <p:nvSpPr>
          <p:cNvPr id="20" name="Text 18"/>
          <p:cNvSpPr/>
          <p:nvPr/>
        </p:nvSpPr>
        <p:spPr>
          <a:xfrm>
            <a:off x="81473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28346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361188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objects relate to / contact which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33304" y="205740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333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84080" y="28346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29800" y="361188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order over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Backbone: Qwen2-VL-2B-Instruct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CPU feasibility and an actively maintained llama.cpp GGUF multimodal conversion path.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GB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29260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GB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Q8_0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29260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986 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474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49640" y="29260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78240" y="25603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7824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MB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3474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Q3_K_M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tower (mmproj) held fixed at FP16 across all runs — isolates LM quantization level as the single controlled variable.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37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AMD Ryzen 5 5500U · 5.86 GB RAM · no GPU — CPU-only, deliberately, to mirror real deployment constraints.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total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 sub-skill × 5 sub-skills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real CLEVRER data — real questions, real ground-truth answers, real extracted video frames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463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 pivot, made honestly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039112"/>
            <a:ext cx="109728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PhysBench — dropped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3134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only ship as a 3.7 GB archive; the lightweight mirror had empty metadata fields.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3090672"/>
            <a:ext cx="109728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PIQA — dropped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3649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Text-only; would exercise a different, non-visual pathway than the rest of the study.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4142232"/>
            <a:ext cx="109728" cy="777240"/>
          </a:xfrm>
          <a:prstGeom prst="rect">
            <a:avLst/>
          </a:prstGeom>
          <a:solidFill>
            <a:srgbClr val="1FA98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CLEVRER — used for all 5 sub-skills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44165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ground truth; short answers converted to principled multiple-choice using its closed vocabulary.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Sub-Skill Accuracy Across Quantization Levels</a:t>
            </a:r>
            <a:endParaRPr lang="en-US" sz="3000" dirty="0"/>
          </a:p>
        </p:txBody>
      </p:sp>
      <p:pic>
        <p:nvPicPr>
          <p:cNvPr id="3" name="Image 0" descr="E:/quantization-world-model/results/degradation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17320"/>
            <a:ext cx="96012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Degradation Is Not Uniform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relation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→ 55%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cliff at INT4→INT3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reasoning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→ 50%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3749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decline at INT3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consistency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→ 75%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38160" y="3749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comparatively robust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independently-sourced sub-skills showing the same INT4→INT3 cliff is the most directionally consistent pattern in the data.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Implications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DEDEA"/>
          </a:solidFill>
          <a:ln w="12700">
            <a:solidFill>
              <a:srgbClr val="F3C9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quantizing below INT4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...if the application depends on causal or spatial relational reasoning — both showed a sharp cliff specifically at the INT4→INT3 transition, not a gradual decline.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9F7F2"/>
          </a:solidFill>
          <a:ln w="12700">
            <a:solidFill>
              <a:srgbClr val="BFE8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aggressive compression tolerable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5603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...for applications relying primarily on temporal-ordering reasoning — this sub-skill stayed comparatively robust across the full precision range tested.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hypothesis for follow-up work with a larger item count — not a settled guideline.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Confident Should We Be?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6070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E8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20 items per sub-skill per precision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~11pp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at p ≈ 0.5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±22pp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0624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95% confidence interval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individual step-to-step differences are not statistically significant in isolation. We report the sub-skill divergence as a suggestive, directionally consistent pattern from a small-sample pilot study — not a statistically confirmed effect.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087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per-cell sample size (n=20) — findings are directional, not confirmed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6712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backbone model (Qwen2-VL-2B) — a case study, not a general claim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2549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Static-frame proxy for video — image-based backbone, not video-native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02736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8386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permanence proxied via counterfactual-removal questions, not direct occlusion tracking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42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dataset — all items from CLEVRER's synthetic collision scenes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1947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language model is quantized; the vision tower stays at FP16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 degrades physical world-modeling non-uniformly.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and spatial relational reasoning cliff sharply at INT4→INT3; temporal consistency stays comparatively robust.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2026-08-23T12:54:32Z</dcterms:created>
  <dcterms:modified xsi:type="dcterms:W3CDTF">2026-08-23T12:54:32Z</dcterms:modified>
</cp:coreProperties>
</file>